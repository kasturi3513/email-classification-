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Spam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+ Machine Learning</a:t>
            </a:r>
          </a:p>
          <a:p>
            <a:pPr>
              <a:defRPr sz="2200"/>
            </a:pPr>
            <a:r>
              <a:t>Beginner Mini Project</a:t>
            </a:r>
          </a:p>
          <a:p>
            <a:pPr>
              <a:defRPr sz="2200"/>
            </a:pPr>
            <a:r>
              <a:t>TF-IDF + Multinomial Naive Bayes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Spam emails can contain unwanted ads, scams or phishing attempts.</a:t>
            </a:r>
          </a:p>
          <a:p>
            <a:pPr>
              <a:defRPr sz="2200"/>
            </a:pPr>
            <a:r>
              <a:t>Goal: classify message text as Spam or Ham.</a:t>
            </a:r>
          </a:p>
          <a:p>
            <a:pPr>
              <a:defRPr sz="2200"/>
            </a:pPr>
            <a:r>
              <a:t>This demo is educational, not a security guarantee.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 labelled text data</a:t>
            </a:r>
          </a:p>
          <a:p>
            <a:pPr>
              <a:defRPr sz="2200"/>
            </a:pPr>
            <a:r>
              <a:t>Convert text into numeric features</a:t>
            </a:r>
          </a:p>
          <a:p>
            <a:pPr>
              <a:defRPr sz="2200"/>
            </a:pPr>
            <a:r>
              <a:t>Train a classifier</a:t>
            </a:r>
          </a:p>
          <a:p>
            <a:pPr>
              <a:defRPr sz="2200"/>
            </a:pPr>
            <a:r>
              <a:t>Evaluate results</a:t>
            </a:r>
          </a:p>
          <a:p>
            <a:pPr>
              <a:defRPr sz="2200"/>
            </a:pPr>
            <a:r>
              <a:t>Predict custom messages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— programming language</a:t>
            </a:r>
          </a:p>
          <a:p>
            <a:pPr>
              <a:defRPr sz="2200"/>
            </a:pPr>
            <a:r>
              <a:t>Pandas — CSV/data handling</a:t>
            </a:r>
          </a:p>
          <a:p>
            <a:pPr>
              <a:defRPr sz="2200"/>
            </a:pPr>
            <a:r>
              <a:t>Scikit-learn — ML pipeline and metrics</a:t>
            </a:r>
          </a:p>
          <a:p>
            <a:pPr>
              <a:defRPr sz="2200"/>
            </a:pPr>
            <a:r>
              <a:t>VS Code — development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File: emails.csv</a:t>
            </a:r>
          </a:p>
          <a:p>
            <a:pPr>
              <a:defRPr sz="2200"/>
            </a:pPr>
            <a:r>
              <a:t>Columns: label and text</a:t>
            </a:r>
          </a:p>
          <a:p>
            <a:pPr>
              <a:defRPr sz="2200"/>
            </a:pPr>
            <a:r>
              <a:t>Labels: spam / ham</a:t>
            </a:r>
          </a:p>
          <a:p>
            <a:pPr>
              <a:defRPr sz="2200"/>
            </a:pPr>
            <a:r>
              <a:t>60 illustrative examples; too small for real-world conclusions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CSV dataset → train/test split</a:t>
            </a:r>
          </a:p>
          <a:p>
            <a:pPr>
              <a:defRPr sz="2200"/>
            </a:pPr>
            <a:r>
              <a:t>TF-IDF vectorization</a:t>
            </a:r>
          </a:p>
          <a:p>
            <a:pPr>
              <a:defRPr sz="2200"/>
            </a:pPr>
            <a:r>
              <a:t>Multinomial Naive Bayes training</a:t>
            </a:r>
          </a:p>
          <a:p>
            <a:pPr>
              <a:defRPr sz="2200"/>
            </a:pPr>
            <a:r>
              <a:t>Evaluation metrics</a:t>
            </a:r>
          </a:p>
          <a:p>
            <a:pPr>
              <a:defRPr sz="2200"/>
            </a:pPr>
            <a:r>
              <a:t>Prediction for new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TF-IDF?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Turns words into numeric features.</a:t>
            </a:r>
          </a:p>
          <a:p>
            <a:pPr>
              <a:defRPr sz="2200"/>
            </a:pPr>
            <a:r>
              <a:t>Highlights terms that are informative in a document.</a:t>
            </a:r>
          </a:p>
          <a:p>
            <a:pPr>
              <a:defRPr sz="2200"/>
            </a:pPr>
            <a:r>
              <a:t>Vocabulary is learned from training data inside the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Naive Bayes?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probabilistic machine-learning classifier.</a:t>
            </a:r>
          </a:p>
          <a:p>
            <a:pPr>
              <a:defRPr sz="2200"/>
            </a:pPr>
            <a:r>
              <a:t>Common baseline for text classification.</a:t>
            </a:r>
          </a:p>
          <a:p>
            <a:pPr>
              <a:defRPr sz="2200"/>
            </a:pPr>
            <a:r>
              <a:t>Fast and simple, but can make mistakes.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Accuracy: overall fraction correct</a:t>
            </a:r>
          </a:p>
          <a:p>
            <a:pPr>
              <a:defRPr sz="2200"/>
            </a:pPr>
            <a:r>
              <a:t>Precision: reliability of spam predictions</a:t>
            </a:r>
          </a:p>
          <a:p>
            <a:pPr>
              <a:defRPr sz="2200"/>
            </a:pPr>
            <a:r>
              <a:t>Recall: fraction of spam detected</a:t>
            </a:r>
          </a:p>
          <a:p>
            <a:pPr>
              <a:defRPr sz="2200"/>
            </a:pPr>
            <a:r>
              <a:t>F1-score: balance of precision and recall</a:t>
            </a:r>
          </a:p>
          <a:p>
            <a:pPr>
              <a:defRPr sz="2200"/>
            </a:pPr>
            <a:r>
              <a:t>Confusion matrix: correct vs incorrect class predictions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Install Python 3.10+</a:t>
            </a:r>
          </a:p>
          <a:p>
            <a:pPr>
              <a:defRPr sz="2200"/>
            </a:pPr>
            <a:r>
              <a:t>Open folder in VS Code</a:t>
            </a:r>
          </a:p>
          <a:p>
            <a:pPr>
              <a:defRPr sz="2200"/>
            </a:pPr>
            <a:r>
              <a:t>Run: python -m pip install -r requirements.txt</a:t>
            </a:r>
          </a:p>
          <a:p>
            <a:pPr>
              <a:defRPr sz="2200"/>
            </a:pPr>
            <a:r>
              <a:t>Run: python spam_classifier.py</a:t>
            </a:r>
          </a:p>
          <a:p>
            <a:pPr>
              <a:defRPr sz="2200"/>
            </a:pPr>
            <a:r>
              <a:t>Enter text; type quit to exit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Small demo dataset; metrics are not representative.</a:t>
            </a:r>
          </a:p>
          <a:p>
            <a:pPr>
              <a:defRPr sz="2200"/>
            </a:pPr>
            <a:r>
              <a:t>False positives and false negatives are possible.</a:t>
            </a:r>
          </a:p>
          <a:p>
            <a:pPr>
              <a:defRPr sz="2200"/>
            </a:pPr>
            <a:r>
              <a:t>Never trust links or attachments solely based on the prediction.</a:t>
            </a:r>
          </a:p>
          <a:p>
            <a:pPr>
              <a:defRPr sz="2200"/>
            </a:pPr>
            <a:r>
              <a:t>Use a reputable, larger, properly licensed dataset for serious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Expand the dataset and compare models.</a:t>
            </a:r>
          </a:p>
          <a:p>
            <a:pPr>
              <a:defRPr sz="2200"/>
            </a:pPr>
            <a:r>
              <a:t>Add a Streamlit interface and save the model.</a:t>
            </a:r>
          </a:p>
          <a:p>
            <a:pPr>
              <a:defRPr sz="2200"/>
            </a:pPr>
            <a:r>
              <a:t>The project demonstrates the basic text-classification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